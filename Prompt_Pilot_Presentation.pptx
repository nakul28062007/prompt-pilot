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82880" cy="2926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Arial"/>
              </a:defRPr>
            </a:pPr>
            <a:r>
              <a:t>PYTHON TKINTER DESKTOP APPLICATION</a:t>
            </a:r>
          </a:p>
          <a:p>
            <a:pPr>
              <a:spcAft>
                <a:spcPts val="1000"/>
              </a:spcAft>
              <a:defRPr sz="4600" b="1">
                <a:solidFill>
                  <a:srgbClr val="FFFFFF"/>
                </a:solidFill>
                <a:latin typeface="Arial"/>
              </a:defRPr>
            </a:pPr>
            <a:r>
              <a:t>Prompt Pilot</a:t>
            </a:r>
          </a:p>
          <a:p>
            <a:pPr>
              <a:defRPr sz="1800">
                <a:solidFill>
                  <a:srgbClr val="CBD5E1"/>
                </a:solidFill>
                <a:latin typeface="Arial"/>
              </a:defRPr>
            </a:pPr>
            <a:r>
              <a:t>Intelligent Multi-LLM Intent Recommendation &amp; Prompt Engineering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99669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Arial"/>
              </a:defRPr>
            </a:pPr>
            <a:r>
              <a:t>PROJECT TEAM MEMBERS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29260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4206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Nakulvasudev T</a:t>
            </a:r>
          </a:p>
          <a:p>
            <a:pPr>
              <a:spcAft>
                <a:spcPts val="400"/>
              </a:spcAft>
              <a:defRPr sz="1200">
                <a:solidFill>
                  <a:srgbClr val="60A5FA"/>
                </a:solidFill>
                <a:latin typeface="Arial"/>
              </a:defRPr>
            </a:pPr>
            <a:r>
              <a:t>Reg No: RA2511031010028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Lead Software Architect &amp; GUI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4114800"/>
            <a:ext cx="29260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4206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SriMithru</a:t>
            </a:r>
          </a:p>
          <a:p>
            <a:pPr>
              <a:spcAft>
                <a:spcPts val="400"/>
              </a:spcAft>
              <a:defRPr sz="1200">
                <a:solidFill>
                  <a:srgbClr val="60A5FA"/>
                </a:solidFill>
                <a:latin typeface="Arial"/>
              </a:defRPr>
            </a:pPr>
            <a:r>
              <a:t>Reg No: RA2511031010040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Data Engineering &amp; Domain Knowledge Curation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114800"/>
            <a:ext cx="29260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206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Mukesh</a:t>
            </a:r>
          </a:p>
          <a:p>
            <a:pPr>
              <a:spcAft>
                <a:spcPts val="400"/>
              </a:spcAft>
              <a:defRPr sz="1200">
                <a:solidFill>
                  <a:srgbClr val="60A5FA"/>
                </a:solidFill>
                <a:latin typeface="Arial"/>
              </a:defRPr>
            </a:pPr>
            <a:r>
              <a:t>Reg No: RA2511031010038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Model Intelligence Research, QA &amp;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PROJECT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Introduction &amp; Project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The Modern AI Challenge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The Multi-LLM Landscape: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   Users now navigate ChatGPT, Claude, Gemini, DeepSeek, Perplexity, and Copilot—each with divergent architectures and specialized strengths.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The 'Model Fatigue' Dilemma: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   Selecting the wrong model leads to subpar outputs (e.g., using a general chatbot for live web research or deep algorithmic debugging).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The Prompt Engineering Barrier: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   Most users write vague queries without domain-specific constraints (e.g., missing 'time complexity' for code or 'cite sources' for research).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Lack of Model Tier Awareness: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   Providers offer complex tier structures (Opus vs Sonnet, Pro vs Flash, Thinking vs Instant) without clear speed vs capability clarity.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59669"/>
                </a:solidFill>
                <a:latin typeface="Arial"/>
              </a:defRPr>
            </a:pPr>
            <a:r>
              <a:t>The Prompt Pilot Solution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✔  Automated Intent Recognition: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   Parses natural language task descriptions using a heuristic NLP engine matching 300+ trigger keywords across 10 specialized domains.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✔  Deterministic Priority Ranking: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   Ranks top LLMs in strict priority order for the detected task domain, complete with contextual rationale ('Good for...').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✔  Granular Model Tier Breakdown: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   Exposes concrete sub-model hierarchies (e.g. Claude Opus &gt; Sonnet &gt; Haiku) tagged by capability: fastest, balanced, or deep reasoning.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✔  Curated Prompt Keywords: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   Generates instant copy-ready prompt engineering keywords to enforce structural constraints, formatting, and edge-case handling.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✔  Zero Overhead Desktop App: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Arial"/>
              </a:defRPr>
            </a:pPr>
            <a:r>
              <a:t>   Built in pure Python with Tkinter—launches instantly with zero accounts, no subscription keys, and 100% offline recommendation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SYSTEM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Comparative Analysis: Proposed vs. Existing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327855"/>
              </a:tblGrid>
              <a:tr h="932688">
                <a:tc>
                  <a:txBody>
                    <a:bodyPr wrap="square" tIns="109728" bIns="109728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 tIns="109728" bIns="109728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Traditional / Existing Workflow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 wrap="square" tIns="109728" bIns="109728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Proposed System: Prompt Pilot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932688">
                <a:tc>
                  <a:txBody>
                    <a:bodyPr wrap="square" tIns="91440"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Task &amp; Model Discovery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91440"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Manual guesswork. Users cycle through multiple browser tabs (ChatGPT, Claude, Gemini) trial-and-erroring queries without knowing model specialties.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91440"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Instant Automated Recommendation. User enters 1 sentence; Prompt Pilot identifies task category and returns prioritized LLMs in 0 milliseconds.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932688">
                <a:tc>
                  <a:txBody>
                    <a:bodyPr wrap="square" tIns="91440"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Model Tier Transparency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91440"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Opaque and confusing naming schemes (e.g. Sonnet, Haiku, Flash, Thinking, Sonar) with no guidance on latency vs intelligence trade-offs.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91440"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Granular Model Hierarchy. Lists exact models ranked by tier with explicit capability tags: fastest, balanced, deep reasoning, or most capable.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932688">
                <a:tc>
                  <a:txBody>
                    <a:bodyPr wrap="square" tIns="91440"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Prompt Formulation Quality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91440"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Unstructured prompts resulting in hallucinations, missing details, verbose fluff, and lack of technical constraints.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91440"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Contextual Keyword Suggestions. Supplies curated domain-specific keywords (e.g. 'edge cases', 'cite sources with links', 'ELI5', 'table format').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932688">
                <a:tc>
                  <a:txBody>
                    <a:bodyPr wrap="square" tIns="91440"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Operational Overhead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91440"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High context-switching penalty. Requires multiple active logins, heavy web pages, API rate-limits, and subscription fragmentation.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91440"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Lightweight Local Desktop Tool. Zero logins, zero API tokens, runs on pure Python standard library, instant response with clean visual feedback.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TEAM ASSIGNMENTS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Individual Technical Contributions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365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  <a:latin typeface="Arial"/>
              </a:defRPr>
            </a:pPr>
            <a:r>
              <a:t>★ Evaluation Criterion: Rigorous technical work breakdown. Individual modules, algorithmic development, and verified deliverables.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7"/>
            <a:ext cx="310896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Nakulvasudev T</a:t>
            </a:r>
          </a:p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Reg No: RA2511031010028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Lead Software Architect &amp; GUI Engineering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Desktop GUI Architecture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Architected and implemented the Tkinter desktop GUI, structuring the two-column master-detail layout, layout geometry, responsive packing, and PhotoImage logo caching.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NLP Tokenizer &amp; String Cleaning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Engineered the text sanitization pipeline (`lower()`, punctuation stripping `.,?!;:()'"`, and tokenization) to extract clean search tokens from user inputs.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Matching &amp; Greedy Scoring Logic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Implemented `find_llms()` and `is_match()` algorithms: evaluates trigger occurrences across 10 categories, handles greedy tie-breaking, and triggers fallback picks.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Dynamic Tier &amp; Detail Resolver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Constructed `show_details()` and `models_text()` to dynamically bind model hierarchies, format bullet lists, and manage selection states with error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3750" y="1874519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0910" y="1984247"/>
            <a:ext cx="310896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SriMithru</a:t>
            </a:r>
          </a:p>
          <a:p>
            <a:pPr>
              <a:defRPr sz="1200" b="1">
                <a:solidFill>
                  <a:srgbClr val="059669"/>
                </a:solidFill>
                <a:latin typeface="Arial"/>
              </a:defRPr>
            </a:pPr>
            <a:r>
              <a:t>Reg No: RA2511031010040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Data Engineering &amp; Knowledge Base Curation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Domain Vocabulary Dataset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Researched and curated 300+ categorized trigger words spanning Coding, Research, Writing, Study, Data, Math, Translation, Brainstorming, Design, and General.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Empirical Model Benchmarking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Conducted comparative performance benchmarks across LLMs to establish deterministic priority ranking orders (`order` dictionary) for each domain.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Contextual Rationale Synthesis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Formulated detailed domain capability explanations (`good_for` dictionary) articulating why specific models outperform competitors for each task.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Prompt Engineering Keywords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Researched and compiled specialized prompt constraint keywords (`keywords` dictionary) optimized for output quality, precision, and edge-case prevention.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5980" y="1874519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3140" y="1984247"/>
            <a:ext cx="310896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Mukesh</a:t>
            </a:r>
          </a:p>
          <a:p>
            <a:pPr>
              <a:defRPr sz="1200" b="1">
                <a:solidFill>
                  <a:srgbClr val="7C3AED"/>
                </a:solidFill>
                <a:latin typeface="Arial"/>
              </a:defRPr>
            </a:pPr>
            <a:r>
              <a:t>Reg No: RA2511031010038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Model Intelligence Research &amp; Quality Assurance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LLM Tier Hierarchy Mapping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Investigated contemporary model families across providers to build the granular sub-model catalog (`models` dictionary) covering Opus/Sonnet, Pro/Flash, and Sonar.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Performance Tagging System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Designed and mapped the capability tagging ontology (`tags` dictionary) categorizing model tiers into 'fastest', 'balanced', 'deep reasoning', and 'most capable'.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Test Suite &amp; Edge-Case QA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Authored comprehensive test suites: verified zero-match general fallbacks, empty inputs, non-selection validation, punctuation stripping, and prefix matches.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 Technical Documentation Deliverables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Created architectural data-flow diagrams, system specifications, and coordinated evaluation deliverables for academic defense.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APPLICATION WALKTHROUGH — USE CASE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Software Demonstration: Coding &amp; Algorithm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coding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322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  <a:latin typeface="Arial"/>
              </a:defRPr>
            </a:pPr>
            <a:r>
              <a:t>Workflow Breakdown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Input Prompt: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"I need help to debug my python code and optimize an algorithm"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Intent Classification: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The tokenizer strips punctuation and matches trigger words 'debug', 'python', 'code', 'algorithm'. Categorized as 'coding'.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Ranked LLM Recommendation: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Claude is identified as the #1 coding model, followed by DeepSeek, ChatGPT, Gemini, and Copilot in deterministic priority order.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Model Tier Guidance: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Prescribes Claude 3.5/3.7 tier hierarchy: Opus (most capable), Sonnet (balanced), Haiku (fastest).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Actionable Prompt Keywords: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Recommends essential coding prompt constraints: 'step-by-step', 'edge cases', 'time complexity', 'explain each line'.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APPLICATION WALKTHROUGH — USE CASE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Software Demonstration: Academic &amp; Web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research_per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322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59669"/>
                </a:solidFill>
                <a:latin typeface="Arial"/>
              </a:defRPr>
            </a:pPr>
            <a:r>
              <a:t>Research Intelligence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Input Prompt: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"Find the latest news, sources, and literature on renewable energy"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Intent Classification: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Matches trigger words 'latest', 'news', 'sources', 'literature'. Classified cleanly into 'research' category.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Ranked LLM Recommendation: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Perplexity is recommended as #1 pick due to real-time search indexing and source attribution, followed by Gemini and ChatGPT.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Sub-Model Specialization: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Details Perplexity Sonar options: Sonar Deep Research (thorough synthesis) down to Sonar (rapid lookup).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Prompt Engineering Anchors: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Guides the user to attach key phrases: 'cite sources', 'with links', 'latest as of [date]', 'separate facts from opinions'.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APPLICATION WALKTHROUGH — USE CASE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Software Demonstration: Conceptual Study &amp; Exam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study_chatg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322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7C3AED"/>
                </a:solidFill>
                <a:latin typeface="Arial"/>
              </a:defRPr>
            </a:pPr>
            <a:r>
              <a:t>Educational Workflow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Input Prompt: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"Explain quantum computing concepts simply for exam revision"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Intent Classification: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Matches 'explain', 'concept', 'exam', 'revision' — successfully routes to the 'study' learning domain.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Ranked LLM Recommendation: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ChatGPT is prioritized as #1 for pedagogical step-by-step breakdowns, followed by DeepSeek, Gemini, and Claude.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Tier Adaptation: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Shows ChatGPT reasoning paths: Pro (most capable), Thinking (deep mathematical reasoning), Instant (quick answers).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•  Pedagogical Keywords: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Injects proven study prompt anchors: 'ELI5' (Explain Like I'm 5), 'analogy', 'quiz me', 'common mistakes', 'practice questions'.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TECHNICAL SUMMARY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System Architecture, Testing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3108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1. Technical Pipeline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Input Stage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TaskEntry widget captures user input via Tkinter `.get()` method.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Sanitization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Punctuation stripping (`.,?!;:()"'`), lowercasing, and word tokenization.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Heuristic Scoring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Iterates through 10-domain trigger sets; counts frequency matches per domain.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Priority Resolution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Determines top category; fetches model priority list from `order` dictionary.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▶ Dynamic GUI Rendering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Loads PNG logo, formats tier hierarchy via `models_text()`, and renders bulleted prompt keywords.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3750" y="1554480"/>
            <a:ext cx="33832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0910" y="1691640"/>
            <a:ext cx="3108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2. Verification &amp; Testing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✔ Standard Inputs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Tested 10+ standard prompts (coding, research, translation, data, math) verifying exact category outputs.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✔ Edge Case Fallback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Tested unrecognized prompts ('hello'); successfully triggers fallback to 'general' model ranking.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✔ Selection Validation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Clicking 'Show details' without an item selected alerts user in red without crashing.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✔ Prefix Matching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Implemented `is_match()` to match words of 5+ letters (e.g. 'summarizing' matches 'summarize').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✔ Cross-Platform Layout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Verified zero-crop responsive window sizing across macOS screen bounds.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5980" y="1554480"/>
            <a:ext cx="33832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3140" y="1691640"/>
            <a:ext cx="3108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3. Conclusion &amp; Roadmap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Educational Outcome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Successfully developed an end-to-end Python desktop application showcasing algorithmic text analysis and Tkinter GUI design.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1-Click Prompt Copy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Roadmap: Add a 'Copy Formatted Prompt' button to instantly copy the prompt with keywords to system clipboard.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Local LLM Support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Roadmap: Integration with local open-weights engines (Ollama, Llama 3) for private offline inference.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Theme Customization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Roadmap: System dark-mode switch and custom user trigger keyword addition.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★ Project Status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t>Fully functioning, documented, and ready for academic presentation &amp; viva.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